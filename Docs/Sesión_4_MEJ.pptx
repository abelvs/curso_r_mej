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  <a:srgbClr val="7A54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99356-F8A5-4DB6-8378-D70ACD18EA10}" v="753" dt="2025-12-19T06:11:19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undo custSel addSld delSld modSld sldOrd">
      <pc:chgData name="Abel Vicencio" userId="45df5259ba3d81bd" providerId="LiveId" clId="{4EA767F8-A001-4D45-8B6D-690C8390DCD5}" dt="2025-12-19T07:46:48.660" v="2492"/>
      <pc:docMkLst>
        <pc:docMk/>
      </pc:docMkLst>
      <pc:sldChg chg="modSp mod">
        <pc:chgData name="Abel Vicencio" userId="45df5259ba3d81bd" providerId="LiveId" clId="{4EA767F8-A001-4D45-8B6D-690C8390DCD5}" dt="2025-12-19T05:14:55.920" v="7" actId="20577"/>
        <pc:sldMkLst>
          <pc:docMk/>
          <pc:sldMk cId="2040768073" sldId="256"/>
        </pc:sldMkLst>
        <pc:spChg chg="mod">
          <ac:chgData name="Abel Vicencio" userId="45df5259ba3d81bd" providerId="LiveId" clId="{4EA767F8-A001-4D45-8B6D-690C8390DCD5}" dt="2025-12-19T05:14:55.920" v="7" actId="20577"/>
          <ac:spMkLst>
            <pc:docMk/>
            <pc:sldMk cId="2040768073" sldId="256"/>
            <ac:spMk id="3" creationId="{00000000-0000-0000-0000-000000000000}"/>
          </ac:spMkLst>
        </pc:spChg>
      </pc:sldChg>
      <pc:sldChg chg="addSp delSp modSp mod modAnim">
        <pc:chgData name="Abel Vicencio" userId="45df5259ba3d81bd" providerId="LiveId" clId="{4EA767F8-A001-4D45-8B6D-690C8390DCD5}" dt="2025-12-19T06:47:39.216" v="1701" actId="14100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5-12-19T06:47:39.216" v="1701" actId="14100"/>
          <ac:spMkLst>
            <pc:docMk/>
            <pc:sldMk cId="861512139" sldId="260"/>
            <ac:spMk id="3" creationId="{00000000-0000-0000-0000-000000000000}"/>
          </ac:spMkLst>
        </pc:spChg>
        <pc:spChg chg="mod">
          <ac:chgData name="Abel Vicencio" userId="45df5259ba3d81bd" providerId="LiveId" clId="{4EA767F8-A001-4D45-8B6D-690C8390DCD5}" dt="2025-12-19T06:20:14.525" v="919" actId="1038"/>
          <ac:spMkLst>
            <pc:docMk/>
            <pc:sldMk cId="861512139" sldId="260"/>
            <ac:spMk id="5" creationId="{00000000-0000-0000-0000-000000000000}"/>
          </ac:spMkLst>
        </pc:spChg>
        <pc:picChg chg="del">
          <ac:chgData name="Abel Vicencio" userId="45df5259ba3d81bd" providerId="LiveId" clId="{4EA767F8-A001-4D45-8B6D-690C8390DCD5}" dt="2025-12-19T06:11:30.695" v="759" actId="478"/>
          <ac:picMkLst>
            <pc:docMk/>
            <pc:sldMk cId="861512139" sldId="260"/>
            <ac:picMk id="4" creationId="{00000000-0000-0000-0000-000000000000}"/>
          </ac:picMkLst>
        </pc:picChg>
        <pc:picChg chg="add mod">
          <ac:chgData name="Abel Vicencio" userId="45df5259ba3d81bd" providerId="LiveId" clId="{4EA767F8-A001-4D45-8B6D-690C8390DCD5}" dt="2025-12-19T06:14:04.808" v="816" actId="1076"/>
          <ac:picMkLst>
            <pc:docMk/>
            <pc:sldMk cId="861512139" sldId="260"/>
            <ac:picMk id="7" creationId="{BEC57EF2-C2A0-D62D-1883-F184DC67756F}"/>
          </ac:picMkLst>
        </pc:picChg>
      </pc:sldChg>
      <pc:sldChg chg="new del">
        <pc:chgData name="Abel Vicencio" userId="45df5259ba3d81bd" providerId="LiveId" clId="{4EA767F8-A001-4D45-8B6D-690C8390DCD5}" dt="2025-12-19T06:17:15.616" v="849" actId="47"/>
        <pc:sldMkLst>
          <pc:docMk/>
          <pc:sldMk cId="3197251345" sldId="261"/>
        </pc:sldMkLst>
      </pc:sldChg>
      <pc:sldChg chg="del">
        <pc:chgData name="Abel Vicencio" userId="45df5259ba3d81bd" providerId="LiveId" clId="{4EA767F8-A001-4D45-8B6D-690C8390DCD5}" dt="2025-12-19T06:16:10.314" v="821" actId="47"/>
        <pc:sldMkLst>
          <pc:docMk/>
          <pc:sldMk cId="1167737588" sldId="262"/>
        </pc:sldMkLst>
      </pc:sldChg>
      <pc:sldChg chg="addSp delSp modSp new mod setBg modAnim">
        <pc:chgData name="Abel Vicencio" userId="45df5259ba3d81bd" providerId="LiveId" clId="{4EA767F8-A001-4D45-8B6D-690C8390DCD5}" dt="2025-12-19T06:25:07.172" v="968"/>
        <pc:sldMkLst>
          <pc:docMk/>
          <pc:sldMk cId="2482769843" sldId="262"/>
        </pc:sldMkLst>
        <pc:spChg chg="mod">
          <ac:chgData name="Abel Vicencio" userId="45df5259ba3d81bd" providerId="LiveId" clId="{4EA767F8-A001-4D45-8B6D-690C8390DCD5}" dt="2025-12-19T06:24:44.955" v="964" actId="1076"/>
          <ac:spMkLst>
            <pc:docMk/>
            <pc:sldMk cId="2482769843" sldId="262"/>
            <ac:spMk id="2" creationId="{9178E05F-8E83-BBB4-A381-2A742A868FFC}"/>
          </ac:spMkLst>
        </pc:spChg>
        <pc:spChg chg="del">
          <ac:chgData name="Abel Vicencio" userId="45df5259ba3d81bd" providerId="LiveId" clId="{4EA767F8-A001-4D45-8B6D-690C8390DCD5}" dt="2025-12-19T06:19:27.652" v="899" actId="931"/>
          <ac:spMkLst>
            <pc:docMk/>
            <pc:sldMk cId="2482769843" sldId="262"/>
            <ac:spMk id="3" creationId="{A73557F3-2D82-56BA-6AED-AA962982EFD6}"/>
          </ac:spMkLst>
        </pc:spChg>
        <pc:spChg chg="mod">
          <ac:chgData name="Abel Vicencio" userId="45df5259ba3d81bd" providerId="LiveId" clId="{4EA767F8-A001-4D45-8B6D-690C8390DCD5}" dt="2025-12-19T06:24:33.557" v="963" actId="207"/>
          <ac:spMkLst>
            <pc:docMk/>
            <pc:sldMk cId="2482769843" sldId="262"/>
            <ac:spMk id="4" creationId="{21D49E75-95E0-382E-CBD0-DB668CB24802}"/>
          </ac:spMkLst>
        </pc:spChg>
        <pc:picChg chg="add mod modCrop">
          <ac:chgData name="Abel Vicencio" userId="45df5259ba3d81bd" providerId="LiveId" clId="{4EA767F8-A001-4D45-8B6D-690C8390DCD5}" dt="2025-12-19T06:19:56.397" v="909" actId="1076"/>
          <ac:picMkLst>
            <pc:docMk/>
            <pc:sldMk cId="2482769843" sldId="262"/>
            <ac:picMk id="6" creationId="{ACADD1BD-B93D-F99E-3944-EE2B1F7F6A8D}"/>
          </ac:picMkLst>
        </pc:picChg>
      </pc:sldChg>
      <pc:sldChg chg="modSp add mod">
        <pc:chgData name="Abel Vicencio" userId="45df5259ba3d81bd" providerId="LiveId" clId="{4EA767F8-A001-4D45-8B6D-690C8390DCD5}" dt="2025-12-19T06:26:21.974" v="974" actId="20577"/>
        <pc:sldMkLst>
          <pc:docMk/>
          <pc:sldMk cId="1167737588" sldId="263"/>
        </pc:sldMkLst>
        <pc:spChg chg="mod">
          <ac:chgData name="Abel Vicencio" userId="45df5259ba3d81bd" providerId="LiveId" clId="{4EA767F8-A001-4D45-8B6D-690C8390DCD5}" dt="2025-12-19T06:26:21.974" v="974" actId="20577"/>
          <ac:spMkLst>
            <pc:docMk/>
            <pc:sldMk cId="1167737588" sldId="263"/>
            <ac:spMk id="2" creationId="{00000000-0000-0000-0000-000000000000}"/>
          </ac:spMkLst>
        </pc:spChg>
      </pc:sldChg>
      <pc:sldChg chg="addSp modSp new mod setBg modAnim">
        <pc:chgData name="Abel Vicencio" userId="45df5259ba3d81bd" providerId="LiveId" clId="{4EA767F8-A001-4D45-8B6D-690C8390DCD5}" dt="2025-12-19T06:46:47.190" v="1686" actId="114"/>
        <pc:sldMkLst>
          <pc:docMk/>
          <pc:sldMk cId="851737836" sldId="264"/>
        </pc:sldMkLst>
        <pc:spChg chg="mo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2" creationId="{FDC05E1A-97B2-542D-E222-82196C4A2CEA}"/>
          </ac:spMkLst>
        </pc:spChg>
        <pc:spChg chg="mod">
          <ac:chgData name="Abel Vicencio" userId="45df5259ba3d81bd" providerId="LiveId" clId="{4EA767F8-A001-4D45-8B6D-690C8390DCD5}" dt="2025-12-19T06:46:47.190" v="1686" actId="114"/>
          <ac:spMkLst>
            <pc:docMk/>
            <pc:sldMk cId="851737836" sldId="264"/>
            <ac:spMk id="3" creationId="{C3C32784-1EA8-EA53-7DAA-A383B87E4FE1}"/>
          </ac:spMkLst>
        </pc:spChg>
        <pc:spChg chg="ad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12" creationId="{352BEC0E-22F8-46D0-9632-375DB541B06C}"/>
          </ac:spMkLst>
        </pc:spChg>
        <pc:spChg chg="add">
          <ac:chgData name="Abel Vicencio" userId="45df5259ba3d81bd" providerId="LiveId" clId="{4EA767F8-A001-4D45-8B6D-690C8390DCD5}" dt="2025-12-19T06:40:42.336" v="1664" actId="26606"/>
          <ac:spMkLst>
            <pc:docMk/>
            <pc:sldMk cId="851737836" sldId="264"/>
            <ac:spMk id="14" creationId="{3FCFB1DE-0B7E-48CC-BA90-B2AB0889F9D6}"/>
          </ac:spMkLst>
        </pc:spChg>
        <pc:picChg chg="add mod">
          <ac:chgData name="Abel Vicencio" userId="45df5259ba3d81bd" providerId="LiveId" clId="{4EA767F8-A001-4D45-8B6D-690C8390DCD5}" dt="2025-12-19T06:42:01.557" v="1675" actId="1076"/>
          <ac:picMkLst>
            <pc:docMk/>
            <pc:sldMk cId="851737836" sldId="264"/>
            <ac:picMk id="5" creationId="{D3901D29-84B7-0108-E4BE-32794C5C19C6}"/>
          </ac:picMkLst>
        </pc:picChg>
        <pc:picChg chg="add mod">
          <ac:chgData name="Abel Vicencio" userId="45df5259ba3d81bd" providerId="LiveId" clId="{4EA767F8-A001-4D45-8B6D-690C8390DCD5}" dt="2025-12-19T06:41:57.059" v="1674" actId="1076"/>
          <ac:picMkLst>
            <pc:docMk/>
            <pc:sldMk cId="851737836" sldId="264"/>
            <ac:picMk id="7" creationId="{9D3BE9A4-B698-02D1-5A0B-45550540B2D9}"/>
          </ac:picMkLst>
        </pc:picChg>
      </pc:sldChg>
      <pc:sldChg chg="add del setBg">
        <pc:chgData name="Abel Vicencio" userId="45df5259ba3d81bd" providerId="LiveId" clId="{4EA767F8-A001-4D45-8B6D-690C8390DCD5}" dt="2025-12-19T06:29:59.186" v="976" actId="47"/>
        <pc:sldMkLst>
          <pc:docMk/>
          <pc:sldMk cId="4273382275" sldId="264"/>
        </pc:sldMkLst>
      </pc:sldChg>
      <pc:sldChg chg="modSp add mod ord">
        <pc:chgData name="Abel Vicencio" userId="45df5259ba3d81bd" providerId="LiveId" clId="{4EA767F8-A001-4D45-8B6D-690C8390DCD5}" dt="2025-12-19T07:46:36.741" v="2490"/>
        <pc:sldMkLst>
          <pc:docMk/>
          <pc:sldMk cId="3407908265" sldId="265"/>
        </pc:sldMkLst>
        <pc:spChg chg="mod">
          <ac:chgData name="Abel Vicencio" userId="45df5259ba3d81bd" providerId="LiveId" clId="{4EA767F8-A001-4D45-8B6D-690C8390DCD5}" dt="2025-12-19T06:43:17.610" v="1684" actId="20577"/>
          <ac:spMkLst>
            <pc:docMk/>
            <pc:sldMk cId="3407908265" sldId="265"/>
            <ac:spMk id="2" creationId="{6EC42F61-A51F-BE60-C1B9-C105EBEE5DB0}"/>
          </ac:spMkLst>
        </pc:spChg>
      </pc:sldChg>
      <pc:sldChg chg="modSp new mod setBg">
        <pc:chgData name="Abel Vicencio" userId="45df5259ba3d81bd" providerId="LiveId" clId="{4EA767F8-A001-4D45-8B6D-690C8390DCD5}" dt="2025-12-19T07:46:48.660" v="2492"/>
        <pc:sldMkLst>
          <pc:docMk/>
          <pc:sldMk cId="1416380351" sldId="266"/>
        </pc:sldMkLst>
        <pc:spChg chg="mod">
          <ac:chgData name="Abel Vicencio" userId="45df5259ba3d81bd" providerId="LiveId" clId="{4EA767F8-A001-4D45-8B6D-690C8390DCD5}" dt="2025-12-19T07:46:13.616" v="2488" actId="2711"/>
          <ac:spMkLst>
            <pc:docMk/>
            <pc:sldMk cId="1416380351" sldId="266"/>
            <ac:spMk id="2" creationId="{175954D3-01D3-D213-43AE-73235F87015C}"/>
          </ac:spMkLst>
        </pc:spChg>
        <pc:spChg chg="mod">
          <ac:chgData name="Abel Vicencio" userId="45df5259ba3d81bd" providerId="LiveId" clId="{4EA767F8-A001-4D45-8B6D-690C8390DCD5}" dt="2025-12-19T07:46:08.883" v="2487" actId="114"/>
          <ac:spMkLst>
            <pc:docMk/>
            <pc:sldMk cId="1416380351" sldId="266"/>
            <ac:spMk id="3" creationId="{34B4C6EE-14B1-738F-5CB6-6CD3383F9534}"/>
          </ac:spMkLst>
        </pc:spChg>
      </pc:sldChg>
      <pc:sldChg chg="modSp del mod">
        <pc:chgData name="Abel Vicencio" userId="45df5259ba3d81bd" providerId="LiveId" clId="{4EA767F8-A001-4D45-8B6D-690C8390DCD5}" dt="2025-12-19T06:16:22.908" v="845" actId="47"/>
        <pc:sldMkLst>
          <pc:docMk/>
          <pc:sldMk cId="4264762447" sldId="267"/>
        </pc:sldMkLst>
        <pc:spChg chg="mod">
          <ac:chgData name="Abel Vicencio" userId="45df5259ba3d81bd" providerId="LiveId" clId="{4EA767F8-A001-4D45-8B6D-690C8390DCD5}" dt="2025-12-19T06:16:19.624" v="844" actId="20577"/>
          <ac:spMkLst>
            <pc:docMk/>
            <pc:sldMk cId="4264762447" sldId="267"/>
            <ac:spMk id="2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5-12-19T06:16:24.717" v="846" actId="47"/>
        <pc:sldMkLst>
          <pc:docMk/>
          <pc:sldMk cId="429059766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</a:t>
            </a:r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4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35261"/>
            <a:ext cx="10229850" cy="5251289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18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Recap</a:t>
            </a:r>
            <a:r>
              <a:rPr lang="es-MX" sz="18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: </a:t>
            </a:r>
            <a:r>
              <a:rPr lang="es-MX" sz="18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Mutate</a:t>
            </a:r>
            <a:r>
              <a:rPr lang="es-MX" sz="18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 + </a:t>
            </a:r>
            <a:r>
              <a:rPr lang="es-MX" sz="18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Groupby</a:t>
            </a:r>
            <a:endParaRPr lang="es-MX" sz="1800" b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18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Unir </a:t>
            </a:r>
            <a:r>
              <a:rPr lang="es-MX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bases de datos:</a:t>
            </a:r>
          </a:p>
          <a:p>
            <a:pPr lvl="1"/>
            <a:r>
              <a:rPr lang="es-MX" sz="1600" b="1" dirty="0" err="1">
                <a:latin typeface="Consolas" panose="020B0609020204030204" pitchFamily="49" charset="0"/>
              </a:rPr>
              <a:t>Inner</a:t>
            </a:r>
            <a:r>
              <a:rPr lang="es-MX" sz="1600" b="1" dirty="0">
                <a:latin typeface="Consolas" panose="020B0609020204030204" pitchFamily="49" charset="0"/>
              </a:rPr>
              <a:t> </a:t>
            </a:r>
            <a:r>
              <a:rPr lang="es-MX" sz="1600" b="1" dirty="0" err="1">
                <a:latin typeface="Consolas" panose="020B0609020204030204" pitchFamily="49" charset="0"/>
              </a:rPr>
              <a:t>Join</a:t>
            </a:r>
            <a:endParaRPr lang="es-MX" sz="1600" b="1" dirty="0">
              <a:latin typeface="Consolas" panose="020B0609020204030204" pitchFamily="49" charset="0"/>
            </a:endParaRPr>
          </a:p>
          <a:p>
            <a:pPr lvl="1"/>
            <a:r>
              <a:rPr lang="es-MX" sz="1600" b="1" dirty="0" err="1">
                <a:latin typeface="Consolas" panose="020B0609020204030204" pitchFamily="49" charset="0"/>
              </a:rPr>
              <a:t>Left</a:t>
            </a:r>
            <a:r>
              <a:rPr lang="es-MX" sz="1600" b="1" dirty="0">
                <a:latin typeface="Consolas" panose="020B0609020204030204" pitchFamily="49" charset="0"/>
              </a:rPr>
              <a:t> </a:t>
            </a:r>
            <a:r>
              <a:rPr lang="es-MX" sz="1600" b="1" dirty="0" err="1">
                <a:latin typeface="Consolas" panose="020B0609020204030204" pitchFamily="49" charset="0"/>
              </a:rPr>
              <a:t>Join</a:t>
            </a:r>
            <a:endParaRPr lang="es-MX" sz="1600" b="1" dirty="0">
              <a:latin typeface="Consolas" panose="020B0609020204030204" pitchFamily="49" charset="0"/>
            </a:endParaRP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Anti </a:t>
            </a:r>
            <a:r>
              <a:rPr lang="es-MX" sz="1600" b="1" dirty="0" err="1">
                <a:latin typeface="Consolas" panose="020B0609020204030204" pitchFamily="49" charset="0"/>
              </a:rPr>
              <a:t>Join</a:t>
            </a:r>
            <a:endParaRPr lang="es-MX" sz="1600" b="1" dirty="0">
              <a:latin typeface="Consolas" panose="020B0609020204030204" pitchFamily="49" charset="0"/>
            </a:endParaRP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Full </a:t>
            </a:r>
            <a:r>
              <a:rPr lang="es-MX" sz="1600" b="1" dirty="0" err="1">
                <a:latin typeface="Consolas" panose="020B0609020204030204" pitchFamily="49" charset="0"/>
              </a:rPr>
              <a:t>Join</a:t>
            </a:r>
            <a:endParaRPr lang="es-MX" sz="1600" b="1" dirty="0">
              <a:latin typeface="Consolas" panose="020B0609020204030204" pitchFamily="49" charset="0"/>
            </a:endParaRP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Semi </a:t>
            </a:r>
            <a:r>
              <a:rPr lang="es-MX" sz="1600" b="1" dirty="0" err="1">
                <a:latin typeface="Consolas" panose="020B0609020204030204" pitchFamily="49" charset="0"/>
              </a:rPr>
              <a:t>Join</a:t>
            </a:r>
            <a:endParaRPr lang="es-MX" sz="1600" b="1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Pivotear: </a:t>
            </a: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Formato </a:t>
            </a:r>
            <a:r>
              <a:rPr lang="es-MX" sz="1600" b="1" dirty="0" err="1">
                <a:latin typeface="Consolas" panose="020B0609020204030204" pitchFamily="49" charset="0"/>
              </a:rPr>
              <a:t>Tidy</a:t>
            </a:r>
            <a:r>
              <a:rPr lang="es-MX" sz="1600" b="1" dirty="0">
                <a:latin typeface="Consolas" panose="020B0609020204030204" pitchFamily="49" charset="0"/>
              </a:rPr>
              <a:t> vs. Wide</a:t>
            </a:r>
          </a:p>
          <a:p>
            <a:pPr lvl="1"/>
            <a:r>
              <a:rPr lang="es-MX" sz="1600" b="1" dirty="0" err="1">
                <a:latin typeface="Consolas" panose="020B0609020204030204" pitchFamily="49" charset="0"/>
              </a:rPr>
              <a:t>Pivot</a:t>
            </a:r>
            <a:r>
              <a:rPr lang="es-MX" sz="1600" b="1" dirty="0">
                <a:latin typeface="Consolas" panose="020B0609020204030204" pitchFamily="49" charset="0"/>
              </a:rPr>
              <a:t> </a:t>
            </a:r>
            <a:r>
              <a:rPr lang="es-MX" sz="1600" b="1" dirty="0" err="1">
                <a:latin typeface="Consolas" panose="020B0609020204030204" pitchFamily="49" charset="0"/>
              </a:rPr>
              <a:t>Longer</a:t>
            </a:r>
            <a:endParaRPr lang="es-MX" sz="1600" b="1" dirty="0">
              <a:latin typeface="Consolas" panose="020B0609020204030204" pitchFamily="49" charset="0"/>
            </a:endParaRPr>
          </a:p>
          <a:p>
            <a:pPr lvl="1"/>
            <a:r>
              <a:rPr lang="es-MX" sz="1600" b="1" dirty="0" err="1">
                <a:latin typeface="Consolas" panose="020B0609020204030204" pitchFamily="49" charset="0"/>
              </a:rPr>
              <a:t>Pivot</a:t>
            </a:r>
            <a:r>
              <a:rPr lang="es-MX" sz="1600" b="1" dirty="0">
                <a:latin typeface="Consolas" panose="020B0609020204030204" pitchFamily="49" charset="0"/>
              </a:rPr>
              <a:t> </a:t>
            </a:r>
            <a:r>
              <a:rPr lang="es-MX" sz="1600" b="1" dirty="0" err="1">
                <a:latin typeface="Consolas" panose="020B0609020204030204" pitchFamily="49" charset="0"/>
              </a:rPr>
              <a:t>Wider</a:t>
            </a:r>
            <a:endParaRPr lang="es-MX" sz="1600" b="1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Ejercicio aplicado</a:t>
            </a: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Renombrar variables</a:t>
            </a: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Recodificación con </a:t>
            </a:r>
            <a:r>
              <a:rPr lang="es-MX" sz="1600" b="1" dirty="0" err="1">
                <a:latin typeface="Consolas" panose="020B0609020204030204" pitchFamily="49" charset="0"/>
              </a:rPr>
              <a:t>mutate</a:t>
            </a:r>
            <a:r>
              <a:rPr lang="es-MX" sz="1600" b="1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Generación de estadísticos con </a:t>
            </a:r>
            <a:r>
              <a:rPr lang="es-MX" sz="1600" b="1" dirty="0" err="1">
                <a:latin typeface="Consolas" panose="020B0609020204030204" pitchFamily="49" charset="0"/>
              </a:rPr>
              <a:t>mutate</a:t>
            </a:r>
            <a:r>
              <a:rPr lang="es-MX" sz="1600" b="1" dirty="0">
                <a:latin typeface="Consolas" panose="020B0609020204030204" pitchFamily="49" charset="0"/>
              </a:rPr>
              <a:t>() + </a:t>
            </a:r>
            <a:r>
              <a:rPr lang="es-MX" sz="1600" b="1" dirty="0" err="1">
                <a:latin typeface="Consolas" panose="020B0609020204030204" pitchFamily="49" charset="0"/>
              </a:rPr>
              <a:t>lag</a:t>
            </a:r>
            <a:r>
              <a:rPr lang="es-MX" sz="1600" b="1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600" b="1" dirty="0">
                <a:latin typeface="Consolas" panose="020B0609020204030204" pitchFamily="49" charset="0"/>
              </a:rPr>
              <a:t>Primera visualización con </a:t>
            </a:r>
            <a:r>
              <a:rPr lang="es-MX" sz="1600" b="1" dirty="0" err="1">
                <a:latin typeface="Consolas" panose="020B0609020204030204" pitchFamily="49" charset="0"/>
              </a:rPr>
              <a:t>ggplot</a:t>
            </a:r>
            <a:r>
              <a:rPr lang="es-MX" sz="1600" b="1" dirty="0">
                <a:latin typeface="Consolas" panose="020B0609020204030204" pitchFamily="49" charset="0"/>
              </a:rPr>
              <a:t>()</a:t>
            </a:r>
            <a:endParaRPr lang="es-MX" sz="1200" b="1" dirty="0">
              <a:latin typeface="Consolas" panose="020B0609020204030204" pitchFamily="49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6483889" y="4671557"/>
            <a:ext cx="50164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habrás repasado los temas cubiertos en sesiones anteriores y tendrás elementos 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para unir bases de datos con fluidez, pivotear tablas para análisis y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exportado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 descr="An aerial view of an airport&#10;&#10;AI-generated content may be incorrect.">
            <a:extLst>
              <a:ext uri="{FF2B5EF4-FFF2-40B4-BE49-F238E27FC236}">
                <a16:creationId xmlns:a16="http://schemas.microsoft.com/office/drawing/2014/main" xmlns="" id="{BEC57EF2-C2A0-D62D-1883-F184DC6775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729" y="1690688"/>
            <a:ext cx="5494237" cy="278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1600200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Unión de bases de datos</a:t>
            </a:r>
            <a:endParaRPr lang="en-US" dirty="0"/>
          </a:p>
        </p:txBody>
      </p:sp>
      <p:pic>
        <p:nvPicPr>
          <p:cNvPr id="6" name="Picture Placeholder 5" descr="A group of circles with text&#10;&#10;AI-generated content may be incorrect.">
            <a:extLst>
              <a:ext uri="{FF2B5EF4-FFF2-40B4-BE49-F238E27FC236}">
                <a16:creationId xmlns:a16="http://schemas.microsoft.com/office/drawing/2014/main" xmlns="" id="{ACADD1BD-B93D-F99E-3944-EE2B1F7F6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7" b="3462"/>
          <a:stretch>
            <a:fillRect/>
          </a:stretch>
        </p:blipFill>
        <p:spPr>
          <a:xfrm>
            <a:off x="6096000" y="837081"/>
            <a:ext cx="4828913" cy="550129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524" y="2207871"/>
            <a:ext cx="55494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Los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permiten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combinar</a:t>
            </a:r>
            <a:r>
              <a:rPr lang="es-ES" dirty="0">
                <a:latin typeface="Consolas" panose="020B0609020204030204" pitchFamily="49" charset="0"/>
              </a:rPr>
              <a:t> tablas usando una o más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columnas clave</a:t>
            </a:r>
            <a:r>
              <a:rPr lang="es-ES" dirty="0">
                <a:latin typeface="Consolas" panose="020B0609020204030204" pitchFamily="49" charset="0"/>
              </a:rPr>
              <a:t>, integrando información de distintas fuentes.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Las columnas clave deben identificar de manera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única</a:t>
            </a:r>
            <a:r>
              <a:rPr lang="es-ES" dirty="0">
                <a:latin typeface="Consolas" panose="020B0609020204030204" pitchFamily="49" charset="0"/>
              </a:rPr>
              <a:t> los registros; errores de coincidencia pueden generar duplicados o pérdidas de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Verifica que tipos de datos y nombres de columnas clave sean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consistentes</a:t>
            </a:r>
            <a:r>
              <a:rPr lang="es-ES" dirty="0">
                <a:latin typeface="Consolas" panose="020B0609020204030204" pitchFamily="49" charset="0"/>
              </a:rPr>
              <a:t> para evitar errores de unión.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Usar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estratégicamente permite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enriquecer</a:t>
            </a:r>
            <a:r>
              <a:rPr lang="es-ES" dirty="0">
                <a:latin typeface="Consolas" panose="020B0609020204030204" pitchFamily="49" charset="0"/>
              </a:rPr>
              <a:t> datos, calcular métricas combinadas y preparar </a:t>
            </a:r>
            <a:r>
              <a:rPr lang="es-ES" dirty="0" err="1">
                <a:latin typeface="Consolas" panose="020B0609020204030204" pitchFamily="49" charset="0"/>
              </a:rPr>
              <a:t>datasets</a:t>
            </a:r>
            <a:r>
              <a:rPr lang="es-ES" dirty="0">
                <a:latin typeface="Consolas" panose="020B0609020204030204" pitchFamily="49" charset="0"/>
              </a:rPr>
              <a:t> para análisis más complejos.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6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err="1">
                <a:latin typeface="Consolas" panose="020B0609020204030204" pitchFamily="49" charset="0"/>
              </a:rPr>
              <a:t>Joins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352BEC0E-22F8-46D0-9632-375DB541B0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C05E1A-97B2-542D-E222-82196C4A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MX" sz="5400" dirty="0">
                <a:latin typeface="Consolas" panose="020B0609020204030204" pitchFamily="49" charset="0"/>
              </a:rPr>
              <a:t>Formatos </a:t>
            </a:r>
            <a:r>
              <a:rPr lang="es-MX" sz="5400" i="1" dirty="0" err="1">
                <a:latin typeface="Consolas" panose="020B0609020204030204" pitchFamily="49" charset="0"/>
              </a:rPr>
              <a:t>wide</a:t>
            </a:r>
            <a:r>
              <a:rPr lang="es-MX" sz="5400" i="1" dirty="0">
                <a:latin typeface="Consolas" panose="020B0609020204030204" pitchFamily="49" charset="0"/>
              </a:rPr>
              <a:t> </a:t>
            </a:r>
            <a:r>
              <a:rPr lang="es-MX" sz="5400" dirty="0">
                <a:latin typeface="Consolas" panose="020B0609020204030204" pitchFamily="49" charset="0"/>
              </a:rPr>
              <a:t>vs. </a:t>
            </a:r>
            <a:r>
              <a:rPr lang="es-MX" sz="5400" i="1" dirty="0" err="1">
                <a:latin typeface="Consolas" panose="020B0609020204030204" pitchFamily="49" charset="0"/>
              </a:rPr>
              <a:t>long</a:t>
            </a:r>
            <a:endParaRPr lang="en-US" sz="5400" i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C32784-1EA8-EA53-7DAA-A383B87E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wide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variable es una columna; cada fila es una unidad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Ideal para reportes y uso visual (Excel)</a:t>
            </a: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Difícil de analizar y graficar a gran escala (demasiadas variables)</a:t>
            </a:r>
          </a:p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observación tiene una fila por cada valor de variable repetida 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Más fácil de filtrar y agrupar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Eficiencia computacional. Compatibilidad con funciones de </a:t>
            </a:r>
            <a:r>
              <a:rPr lang="es-MX" sz="1700" i="1" dirty="0" err="1">
                <a:latin typeface="Consolas" panose="020B0609020204030204" pitchFamily="49" charset="0"/>
              </a:rPr>
              <a:t>tidyverse</a:t>
            </a:r>
            <a:endParaRPr lang="es-MX" sz="1700" i="1" dirty="0">
              <a:latin typeface="Consolas" panose="020B0609020204030204" pitchFamily="49" charset="0"/>
            </a:endParaRP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Menos intuitivo para lectura rápida. Problemas de compatibilidad (Excel, </a:t>
            </a:r>
            <a:r>
              <a:rPr lang="es-MX" sz="17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PowerBi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endParaRPr lang="es-MX" sz="1700" dirty="0"/>
          </a:p>
          <a:p>
            <a:endParaRPr lang="en-US" sz="1700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xmlns="" id="{D3901D29-84B7-0108-E4BE-32794C5C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694" y="2888356"/>
            <a:ext cx="2395533" cy="342996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xmlns="" id="{9D3BE9A4-B698-02D1-5A0B-45550540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47" y="539675"/>
            <a:ext cx="3995928" cy="18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3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FA671B9-B8E5-A607-A7B3-78DFC7B0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EC42F61-A51F-BE60-C1B9-C105EBEE5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err="1">
                <a:latin typeface="Consolas" panose="020B0609020204030204" pitchFamily="49" charset="0"/>
              </a:rPr>
              <a:t>Pivoteos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xmlns="" id="{ADCB12FB-38A1-1825-D587-B8DE06DFAE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08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5954D3-01D3-D213-43AE-73235F87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Ejercicio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B4C6EE-14B1-738F-5CB6-6CD3383F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dirty="0"/>
              <a:t>El script Ejercicio_Sesion_3.R importa los datos de homicidio doloso a nivel municipal a octubre de 2025. </a:t>
            </a:r>
          </a:p>
          <a:p>
            <a:r>
              <a:rPr lang="es-MX" dirty="0"/>
              <a:t>También importa los datos de homicidios para el periodo ene-oct 2024.</a:t>
            </a:r>
          </a:p>
          <a:p>
            <a:r>
              <a:rPr lang="es-MX" dirty="0"/>
              <a:t>Adicionalmente, utiliza la plataforma de datos abiertos para obtener la población a nivel municipio para 2025.</a:t>
            </a:r>
          </a:p>
          <a:p>
            <a:r>
              <a:rPr lang="es-MX" dirty="0">
                <a:solidFill>
                  <a:schemeClr val="accent2"/>
                </a:solidFill>
              </a:rPr>
              <a:t>Tarea: Inspecciona los </a:t>
            </a:r>
            <a:r>
              <a:rPr lang="es-MX" i="1" dirty="0" err="1">
                <a:solidFill>
                  <a:schemeClr val="accent2"/>
                </a:solidFill>
              </a:rPr>
              <a:t>dataframes</a:t>
            </a:r>
            <a:r>
              <a:rPr lang="es-MX" dirty="0">
                <a:solidFill>
                  <a:schemeClr val="accent2"/>
                </a:solidFill>
              </a:rPr>
              <a:t> generados en el script. Asegúrate de entender cada paso de su creación. </a:t>
            </a:r>
          </a:p>
          <a:p>
            <a:r>
              <a:rPr lang="es-MX" dirty="0">
                <a:solidFill>
                  <a:schemeClr val="accent2"/>
                </a:solidFill>
              </a:rPr>
              <a:t>Crea una tabla ‘análisis’ que una los datos para 2024, 2025 y la población. Incorpora variables de tasa de homicidios y variación nominal y porcentual.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80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357</Words>
  <Application>Microsoft Office PowerPoint</Application>
  <PresentationFormat>Panorámica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Tema de Office</vt:lpstr>
      <vt:lpstr>Introducción a R</vt:lpstr>
      <vt:lpstr>Objetivos del día</vt:lpstr>
      <vt:lpstr>Unión de bases de datos</vt:lpstr>
      <vt:lpstr>Joins</vt:lpstr>
      <vt:lpstr>Formatos wide vs. long</vt:lpstr>
      <vt:lpstr>Pivoteos</vt:lpstr>
      <vt:lpstr>Ejercicio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31</cp:revision>
  <dcterms:created xsi:type="dcterms:W3CDTF">2025-12-13T08:20:06Z</dcterms:created>
  <dcterms:modified xsi:type="dcterms:W3CDTF">2026-01-31T15:00:39Z</dcterms:modified>
</cp:coreProperties>
</file>